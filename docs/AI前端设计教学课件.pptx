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a7995b09b5488d" /><Relationship Type="http://schemas.openxmlformats.org/officeDocument/2006/relationships/extended-properties" Target="/docProps/app.xml" Id="Rc81dcf12702d4ed0" /><Relationship Type="http://schemas.openxmlformats.org/officeDocument/2006/relationships/officeDocument" Target="/ppt/presentation.xml" Id="R287c45ecbebf46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31547a82544ce6"/>
  </p:sldMasterIdLst>
  <p:notesMasterIdLst>
    <p:notesMasterId xmlns:r="http://schemas.openxmlformats.org/officeDocument/2006/relationships" r:id="R637f1d9b38c3418b"/>
  </p:notesMasterIdLst>
  <p:sldIdLst>
    <p:sldId xmlns:r="http://schemas.openxmlformats.org/officeDocument/2006/relationships" id="256" r:id="Rf5d5c2cf9a894bb4"/>
    <p:sldId xmlns:r="http://schemas.openxmlformats.org/officeDocument/2006/relationships" id="257" r:id="Ra31e4cc74a9547fe"/>
    <p:sldId xmlns:r="http://schemas.openxmlformats.org/officeDocument/2006/relationships" id="258" r:id="R5cad8f98362d4644"/>
    <p:sldId xmlns:r="http://schemas.openxmlformats.org/officeDocument/2006/relationships" id="259" r:id="Ra83de17ebd5c47c4"/>
    <p:sldId xmlns:r="http://schemas.openxmlformats.org/officeDocument/2006/relationships" id="260" r:id="R5ccddf48d9e4482a"/>
    <p:sldId xmlns:r="http://schemas.openxmlformats.org/officeDocument/2006/relationships" id="261" r:id="R9b5e139824a04d93"/>
    <p:sldId xmlns:r="http://schemas.openxmlformats.org/officeDocument/2006/relationships" id="262" r:id="R7f43b6ae5b3c4daf"/>
    <p:sldId xmlns:r="http://schemas.openxmlformats.org/officeDocument/2006/relationships" id="263" r:id="R1fc0ae00cb904cd7"/>
    <p:sldId xmlns:r="http://schemas.openxmlformats.org/officeDocument/2006/relationships" id="264" r:id="Raed146dd8cdf4232"/>
    <p:sldId xmlns:r="http://schemas.openxmlformats.org/officeDocument/2006/relationships" id="265" r:id="Rb579f237ebb142c2"/>
    <p:sldId xmlns:r="http://schemas.openxmlformats.org/officeDocument/2006/relationships" id="266" r:id="R9807171d7e8f4282"/>
    <p:sldId xmlns:r="http://schemas.openxmlformats.org/officeDocument/2006/relationships" id="267" r:id="R6c2159e664364a48"/>
    <p:sldId xmlns:r="http://schemas.openxmlformats.org/officeDocument/2006/relationships" id="268" r:id="Ra878bf8e7c674a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dfff9c4e244648" /><Relationship Type="http://schemas.openxmlformats.org/officeDocument/2006/relationships/slideMaster" Target="/ppt/slideMasters/slideMaster1.xml" Id="R9131547a82544ce6" /><Relationship Type="http://schemas.openxmlformats.org/officeDocument/2006/relationships/notesMaster" Target="/ppt/notesMasters/notesMaster1.xml" Id="R637f1d9b38c3418b" /><Relationship Type="http://schemas.openxmlformats.org/officeDocument/2006/relationships/presProps" Target="/ppt/presProps.xml" Id="R8e500db26e9642f8" /><Relationship Type="http://schemas.openxmlformats.org/officeDocument/2006/relationships/tableStyles" Target="/ppt/tableStyles.xml" Id="Rbe1c179a21564dd2" /><Relationship Type="http://schemas.openxmlformats.org/officeDocument/2006/relationships/slide" Target="/ppt/slides/slide1.xml" Id="Rf5d5c2cf9a894bb4" /><Relationship Type="http://schemas.openxmlformats.org/officeDocument/2006/relationships/slide" Target="/ppt/slides/slide2.xml" Id="Ra31e4cc74a9547fe" /><Relationship Type="http://schemas.openxmlformats.org/officeDocument/2006/relationships/slide" Target="/ppt/slides/slide3.xml" Id="R5cad8f98362d4644" /><Relationship Type="http://schemas.openxmlformats.org/officeDocument/2006/relationships/slide" Target="/ppt/slides/slide4.xml" Id="Ra83de17ebd5c47c4" /><Relationship Type="http://schemas.openxmlformats.org/officeDocument/2006/relationships/slide" Target="/ppt/slides/slide5.xml" Id="R5ccddf48d9e4482a" /><Relationship Type="http://schemas.openxmlformats.org/officeDocument/2006/relationships/slide" Target="/ppt/slides/slide6.xml" Id="R9b5e139824a04d93" /><Relationship Type="http://schemas.openxmlformats.org/officeDocument/2006/relationships/slide" Target="/ppt/slides/slide7.xml" Id="R7f43b6ae5b3c4daf" /><Relationship Type="http://schemas.openxmlformats.org/officeDocument/2006/relationships/slide" Target="/ppt/slides/slide8.xml" Id="R1fc0ae00cb904cd7" /><Relationship Type="http://schemas.openxmlformats.org/officeDocument/2006/relationships/slide" Target="/ppt/slides/slide9.xml" Id="Raed146dd8cdf4232" /><Relationship Type="http://schemas.openxmlformats.org/officeDocument/2006/relationships/slide" Target="/ppt/slides/slide10.xml" Id="Rb579f237ebb142c2" /><Relationship Type="http://schemas.openxmlformats.org/officeDocument/2006/relationships/slide" Target="/ppt/slides/slide11.xml" Id="R9807171d7e8f4282" /><Relationship Type="http://schemas.openxmlformats.org/officeDocument/2006/relationships/slide" Target="/ppt/slides/slide12.xml" Id="R6c2159e664364a48" /><Relationship Type="http://schemas.openxmlformats.org/officeDocument/2006/relationships/slide" Target="/ppt/slides/slide13.xml" Id="Ra878bf8e7c674a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719462c6214e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fc173e485c44b8" /><Relationship Type="http://schemas.openxmlformats.org/officeDocument/2006/relationships/notesMaster" Target="/ppt/notesMasters/notesMaster1.xml" Id="R66552753ccf841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1c71fd692d42f1" /><Relationship Type="http://schemas.openxmlformats.org/officeDocument/2006/relationships/notesMaster" Target="/ppt/notesMasters/notesMaster1.xml" Id="R8e8249b58b2e4d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76e7e5596d4085" /><Relationship Type="http://schemas.openxmlformats.org/officeDocument/2006/relationships/notesMaster" Target="/ppt/notesMasters/notesMaster1.xml" Id="R3060e4ab367140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3d78854e884ab4" /><Relationship Type="http://schemas.openxmlformats.org/officeDocument/2006/relationships/notesMaster" Target="/ppt/notesMasters/notesMaster1.xml" Id="R4ff620ed3dbc48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898ec2621c4f02" /><Relationship Type="http://schemas.openxmlformats.org/officeDocument/2006/relationships/notesMaster" Target="/ppt/notesMasters/notesMaster1.xml" Id="R103207d4d3e743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0361d64de648a1" /><Relationship Type="http://schemas.openxmlformats.org/officeDocument/2006/relationships/notesMaster" Target="/ppt/notesMasters/notesMaster1.xml" Id="R99357f63e13c44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409f9ec7c14955" /><Relationship Type="http://schemas.openxmlformats.org/officeDocument/2006/relationships/notesMaster" Target="/ppt/notesMasters/notesMaster1.xml" Id="R82c9b62487af4b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5efbb373624859" /><Relationship Type="http://schemas.openxmlformats.org/officeDocument/2006/relationships/notesMaster" Target="/ppt/notesMasters/notesMaster1.xml" Id="R4d140ec29f8a46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ec189d3719495a" /><Relationship Type="http://schemas.openxmlformats.org/officeDocument/2006/relationships/notesMaster" Target="/ppt/notesMasters/notesMaster1.xml" Id="R5f57a798c2ab45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f2d72e0c4c4a4e" /><Relationship Type="http://schemas.openxmlformats.org/officeDocument/2006/relationships/notesMaster" Target="/ppt/notesMasters/notesMaster1.xml" Id="R58e03979e2054e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7e29e1a130444e" /><Relationship Type="http://schemas.openxmlformats.org/officeDocument/2006/relationships/notesMaster" Target="/ppt/notesMasters/notesMaster1.xml" Id="R9c1b2ac4f2644f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732d7b9a004b9a" /><Relationship Type="http://schemas.openxmlformats.org/officeDocument/2006/relationships/notesMaster" Target="/ppt/notesMasters/notesMaster1.xml" Id="Rff1d14057d3e4c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db3738fd654e9d" /><Relationship Type="http://schemas.openxmlformats.org/officeDocument/2006/relationships/notesMaster" Target="/ppt/notesMasters/notesMaster1.xml" Id="R2c71832d7ce743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— People + AI Guidebook: https://pair.withgoogle.com/guidebook-v2/</a:t>
            </a:r>
          </a:p>
          <a:p xmlns:a="http://schemas.openxmlformats.org/drawingml/2006/main">
            <a:r>
              <a:t>Microsoft HAX — Guidelines for Human-AI Interaction: https://www.microsoft.com/en-us/haxtoolkit/ai-guidelines/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— People + AI Guidebook: https://pair.withgoogle.com/guidebook-v2/</a:t>
            </a:r>
          </a:p>
          <a:p xmlns:a="http://schemas.openxmlformats.org/drawingml/2006/main">
            <a:r>
              <a:t>Microsoft HAX — Guidelines for Human-AI Interaction: https://www.microsoft.com/en-us/haxtoolkit/ai-guidelines/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Figma Make — Create and edit a functional prototype or web app: https://help.figma.com/hc/en-us/articles/31304485164695-Create-and-edit-a-functional-prototype-or-web-app</a:t>
            </a:r>
          </a:p>
          <a:p xmlns:a="http://schemas.openxmlformats.org/drawingml/2006/main">
            <a:r>
              <a:t>Vercel — How to prompt v0: https://vercel.com/blog/how-to-prompt-v0</a:t>
            </a:r>
          </a:p>
          <a:p xmlns:a="http://schemas.openxmlformats.org/drawingml/2006/main">
            <a:r>
              <a:t>Google AI Studio — Build apps: https://ai.google.dev/gemini-api/docs/aistudio-build-mode</a:t>
            </a:r>
          </a:p>
          <a:p xmlns:a="http://schemas.openxmlformats.org/drawingml/2006/main">
            <a:r>
              <a:t>Google PAIR — People + AI Guidebook: https://pair.withgoogle.com/guidebook-v2/</a:t>
            </a:r>
          </a:p>
          <a:p xmlns:a="http://schemas.openxmlformats.org/drawingml/2006/main">
            <a:r>
              <a:t>Microsoft HAX — Guidelines for Human-AI Interaction: https://www.microsoft.com/en-us/haxtoolkit/ai-guidelines/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Figma Make — Create and edit a functional prototype or web app: https://help.figma.com/hc/en-us/articles/31304485164695-Create-and-edit-a-functional-prototype-or-web-app</a:t>
            </a:r>
          </a:p>
          <a:p xmlns:a="http://schemas.openxmlformats.org/drawingml/2006/main">
            <a:r>
              <a:t>Vercel — How to prompt v0: https://vercel.com/blog/how-to-prompt-v0</a:t>
            </a:r>
          </a:p>
          <a:p xmlns:a="http://schemas.openxmlformats.org/drawingml/2006/main">
            <a:r>
              <a:t>Google AI Studio — Build apps: https://ai.google.dev/gemini-api/docs/aistudio-build-mode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Figma Make — Create and edit a functional prototype or web app: https://help.figma.com/hc/en-us/articles/31304485164695-Create-and-edit-a-functional-prototype-or-web-app</a:t>
            </a:r>
          </a:p>
          <a:p xmlns:a="http://schemas.openxmlformats.org/drawingml/2006/main">
            <a:r>
              <a:t>Vercel — How to prompt v0: https://vercel.com/blog/how-to-prompt-v0</a:t>
            </a:r>
          </a:p>
          <a:p xmlns:a="http://schemas.openxmlformats.org/drawingml/2006/main">
            <a:r>
              <a:t>Google AI Studio — Build apps: https://ai.google.dev/gemini-api/docs/aistudio-build-mode</a:t>
            </a:r>
          </a:p>
          <a:p xmlns:a="http://schemas.openxmlformats.org/drawingml/2006/main">
            <a:r>
              <a:t>Google PAIR — People + AI Guidebook: https://pair.withgoogle.com/guidebook-v2/</a:t>
            </a:r>
          </a:p>
          <a:p xmlns:a="http://schemas.openxmlformats.org/drawingml/2006/main">
            <a:r>
              <a:t>Microsoft HAX — Guidelines for Human-AI Interaction: https://www.microsoft.com/en-us/haxtoolkit/ai-guidelines/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Figma Make — Create and edit a functional prototype or web app: https://help.figma.com/hc/en-us/articles/31304485164695-Create-and-edit-a-functional-prototype-or-web-app</a:t>
            </a:r>
          </a:p>
          <a:p xmlns:a="http://schemas.openxmlformats.org/drawingml/2006/main">
            <a:r>
              <a:t>Vercel — How to prompt v0: https://vercel.com/blog/how-to-prompt-v0</a:t>
            </a:r>
          </a:p>
          <a:p xmlns:a="http://schemas.openxmlformats.org/drawingml/2006/main">
            <a:r>
              <a:t>Google AI Studio — Build apps: https://ai.google.dev/gemini-api/docs/aistudio-build-mode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Figma Make — Create and edit a functional prototype or web app: https://help.figma.com/hc/en-us/articles/31304485164695-Create-and-edit-a-functional-prototype-or-web-app</a:t>
            </a:r>
          </a:p>
          <a:p xmlns:a="http://schemas.openxmlformats.org/drawingml/2006/main">
            <a:r>
              <a:t>Vercel — How to prompt v0: https://vercel.com/blog/how-to-prompt-v0</a:t>
            </a:r>
          </a:p>
          <a:p xmlns:a="http://schemas.openxmlformats.org/drawingml/2006/main">
            <a:r>
              <a:t>Google AI Studio — Build apps: https://ai.google.dev/gemini-api/docs/aistudio-build-mode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— People + AI Guidebook: https://pair.withgoogle.com/guidebook-v2/</a:t>
            </a:r>
          </a:p>
          <a:p xmlns:a="http://schemas.openxmlformats.org/drawingml/2006/main">
            <a:r>
              <a:t>Microsoft HAX — Guidelines for Human-AI Interaction: https://www.microsoft.com/en-us/haxtoolkit/ai-guidelines/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— People + AI Guidebook: https://pair.withgoogle.com/guidebook-v2/</a:t>
            </a:r>
          </a:p>
          <a:p xmlns:a="http://schemas.openxmlformats.org/drawingml/2006/main">
            <a:r>
              <a:t>Microsoft HAX — Guidelines for Human-AI Interaction: https://www.microsoft.com/en-us/haxtoolkit/ai-guidelines/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— People + AI Guidebook: https://pair.withgoogle.com/guidebook-v2/</a:t>
            </a:r>
          </a:p>
          <a:p xmlns:a="http://schemas.openxmlformats.org/drawingml/2006/main">
            <a:r>
              <a:t>Microsoft HAX — Guidelines for Human-AI Interaction: https://www.microsoft.com/en-us/haxtoolkit/ai-guidelines/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OpenAI API Quickstart: https://platform.openai.com/docs/quickstart/make-your-first-api-request</a:t>
            </a:r>
          </a:p>
          <a:p xmlns:a="http://schemas.openxmlformats.org/drawingml/2006/main">
            <a:r>
              <a:t>Google Gemini API — Prompt design strategies: https://ai.google.dev/gemini-api/docs/prompting-strategies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— People + AI Guidebook: https://pair.withgoogle.com/guidebook-v2/</a:t>
            </a:r>
          </a:p>
          <a:p xmlns:a="http://schemas.openxmlformats.org/drawingml/2006/main">
            <a:r>
              <a:t>Microsoft HAX — Guidelines for Human-AI Interaction: https://www.microsoft.com/en-us/haxtoolkit/ai-guidelines/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— People + AI Guidebook: https://pair.withgoogle.com/guidebook-v2/</a:t>
            </a:r>
          </a:p>
          <a:p xmlns:a="http://schemas.openxmlformats.org/drawingml/2006/main">
            <a:r>
              <a:t>Microsoft HAX — Guidelines for Human-AI Interaction: https://www.microsoft.com/en-us/haxtoolkit/ai-guidelines/</a:t>
            </a:r>
          </a:p>
          <a:p xmlns:a="http://schemas.openxmlformats.org/drawingml/2006/main">
            <a:r>
              <a:t>Figma Make — Create and edit a functional prototype or web app: https://help.figma.com/hc/en-us/articles/31304485164695-Create-and-edit-a-functional-prototype-or-web-app</a:t>
            </a:r>
          </a:p>
          <a:p xmlns:a="http://schemas.openxmlformats.org/drawingml/2006/main">
            <a:r>
              <a:t>Vercel — How to prompt v0: https://vercel.com/blog/how-to-prompt-v0</a:t>
            </a:r>
          </a:p>
          <a:p xmlns:a="http://schemas.openxmlformats.org/drawingml/2006/main">
            <a:r>
              <a:t>Google AI Studio — Build apps: https://ai.google.dev/gemini-api/docs/aistudio-build-mode</a:t>
            </a:r>
          </a:p>
          <a:p xmlns:a="http://schemas.openxmlformats.org/drawingml/2006/main">
            <a:r>
              <a:t>OpenAI API Quickstart: https://platform.openai.com/docs/quickstart/make-your-first-api-request</a:t>
            </a:r>
          </a:p>
          <a:p xmlns:a="http://schemas.openxmlformats.org/drawingml/2006/main">
            <a:r>
              <a:t>Google Gemini API — Prompt design strategies: https://ai.google.dev/gemini-api/docs/prompting-strategies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57276a01044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f24538c8d141ff" /><Relationship Type="http://schemas.openxmlformats.org/officeDocument/2006/relationships/slideLayout" Target="/ppt/slideLayouts/slideLayout1.xml" Id="R971f694c952d41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1f694c952d41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ed6d5a5234afb" /><Relationship Type="http://schemas.openxmlformats.org/officeDocument/2006/relationships/notesSlide" Target="/ppt/notesSlides/notesSlide1.xml" Id="R04f1588fa6c345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1c2a4ccf247e8" /><Relationship Type="http://schemas.openxmlformats.org/officeDocument/2006/relationships/notesSlide" Target="/ppt/notesSlides/notesSlide2.xml" Id="R8c5738e7812742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33afd549845f6" /><Relationship Type="http://schemas.openxmlformats.org/officeDocument/2006/relationships/notesSlide" Target="/ppt/notesSlides/notesSlide3.xml" Id="R5cb0e053791541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658300c90430e" /><Relationship Type="http://schemas.openxmlformats.org/officeDocument/2006/relationships/notesSlide" Target="/ppt/notesSlides/notesSlide4.xml" Id="Radc31423b49e45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895f31dc94d9e" /><Relationship Type="http://schemas.openxmlformats.org/officeDocument/2006/relationships/notesSlide" Target="/ppt/notesSlides/notesSlide5.xml" Id="R4eb88795066347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7d9fd840f4a94" /><Relationship Type="http://schemas.openxmlformats.org/officeDocument/2006/relationships/notesSlide" Target="/ppt/notesSlides/notesSlide6.xml" Id="Rc2a0637a37be4a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d1dd9bb08493a" /><Relationship Type="http://schemas.openxmlformats.org/officeDocument/2006/relationships/notesSlide" Target="/ppt/notesSlides/notesSlide7.xml" Id="Rc4646dc8c20944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d432843a94f56" /><Relationship Type="http://schemas.openxmlformats.org/officeDocument/2006/relationships/notesSlide" Target="/ppt/notesSlides/notesSlide8.xml" Id="R4894ba57b9304c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86402e380420c" /><Relationship Type="http://schemas.openxmlformats.org/officeDocument/2006/relationships/notesSlide" Target="/ppt/notesSlides/notesSlide9.xml" Id="Rae3de604d01446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beed7e8bd4d8e" /><Relationship Type="http://schemas.openxmlformats.org/officeDocument/2006/relationships/notesSlide" Target="/ppt/notesSlides/notesSlide10.xml" Id="Rd3d5214417bf46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13a4b383044b8" /><Relationship Type="http://schemas.openxmlformats.org/officeDocument/2006/relationships/notesSlide" Target="/ppt/notesSlides/notesSlide11.xml" Id="R95572d3b64a74f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3a631c6114595" /><Relationship Type="http://schemas.openxmlformats.org/officeDocument/2006/relationships/notesSlide" Target="/ppt/notesSlides/notesSlide12.xml" Id="R5748c49bcb214a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2c4452d084c8b" /><Relationship Type="http://schemas.openxmlformats.org/officeDocument/2006/relationships/notesSlide" Target="/ppt/notesSlides/notesSlide13.xml" Id="R93e4885676e142e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BF6E811-BAAD-43D2-AF08-DCA8BE93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把“能生成”
变成“能交付”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4F355BD-EE0C-4398-8A23-227F0D46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开发中的前端设计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5F2B7FB-7535-4654-A748-06C287A4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课堂课件 · 2026</a:t>
            </a:r>
          </a:p>
        </p:txBody>
      </p:sp>
    </p:spTree>
    <p:extLst>
      <p:ext uri="{BB962C8B-B14F-4D97-AF65-F5344CB8AC3E}">
        <p14:creationId xmlns:p14="http://schemas.microsoft.com/office/powerpoint/2010/main" val="19398770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45BA63C-9E7E-4FD3-8F75-A258E25B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AF6D9C5-9EE0-4E6F-AEDB-8EAD2298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4F4C18DC-FE91-48B6-886B-7991605C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1759EB5-FBBA-49BB-8C8B-DDABC729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83C06CE-8B3D-4F0F-8EFF-7547D156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今天带走的不是工具清单，而是一套可复用的方法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D1A0982-0899-4C56-B5E2-0B429D91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减少 AI 的错误补全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7A2FE1D-9865-4F99-A2ED-1063526A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把“看起来能用”变成“可以交付”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23F3D5C6-030F-4189-85C4-10732F5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让用户看得懂、改得动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A16A62AD-9050-45D0-8250-FA5172DF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需求卡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A17D5A9-F427-440C-AC71-362189FE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状态机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CCCC571-1735-48BE-A698-13F30AC3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评审表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E4F55A01-73DA-46B0-A983-1E046BBD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这节课的目标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把界面需求写清楚，把 AI 的不确定性设计进去。</a:t>
            </a:r>
          </a:p>
        </p:txBody>
      </p:sp>
    </p:spTree>
    <p:extLst>
      <p:ext uri="{BB962C8B-B14F-4D97-AF65-F5344CB8AC3E}">
        <p14:creationId xmlns:p14="http://schemas.microsoft.com/office/powerpoint/2010/main" val="5994749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F6B90EC-967B-4B68-9FF7-94C64151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6D24053-8EF8-4227-B7D3-8ADE5AF7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先分清两件事：用 AI 做前端，和为 AI 做前端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D68BDA1-046D-4E8D-8248-91605B51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辅助前端开发
目标：更快探索、生成、修改页面与代码。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6035618-268F-4F60-BA7C-1A81C4AE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Figma Make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D11C1CD6-6BE6-4606-AB96-1D9C5F7A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BE229A1D-E503-434C-B6EA-67EE9EC9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原生产品前端
目标：让用户理解、核验、控制 AI 的输出与动作。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603CD90-96DB-4014-B0CB-8B8058CE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v0 / AI Studio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74C073EA-7D11-4AD8-95D5-820698D0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252A8F7A-5933-4FD5-81B9-D4B09B73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代码 Agent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853169F6-3A4D-4775-A090-50384B81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B9FF25CA-B273-472D-BA20-99ED1ADF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智能问答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3B520FA2-994D-44E7-9970-DF2C72B9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B8A1BBEB-CD7E-4F03-A167-E2DA9170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 工作台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3F767315-8E57-4C24-9EF5-92625EBF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4288196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C2CE3C0-517E-44C8-8370-7472B548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7AC22DF-7D4A-4F16-BA0B-A985CD58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同样是“做个看板”，输入质量决定结果质量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9F15F372-DD85-4101-BCCD-BCD97D34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44313F8-DC42-4CE5-8ED6-BEFD2440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“帮我做一个数据看板。”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5C1778DB-847B-40CC-986D-928EC079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门店经理在早晨站会上用手机定位异常；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本周数据；红黄绿；最多三列；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有加载、空数据、错误状态。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AB0CCF9-598D-4333-B969-83655CC7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DD858EE2-733B-4C2E-8785-F3976823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可交付规格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B7CD1DC-7982-4221-B7B5-74CF33C1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设计者的价值：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减少工具的错误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假设空间。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65534D1-C582-4EEE-A453-57E48158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模糊需求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只给一句话，工具只能猜测用户、数据、状态和设备。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94047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C7EDB1B-D944-4361-9F20-618008CC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A65F08C-9BC4-43D3-9073-16DFF2B6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先写“设计规格卡”，再让 AI 生成页面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69897781-0BAF-45EC-A438-410CB6E3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任务与用户
谁在什么时刻，用什么设备，要完成什么决定？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C1210B81-B55E-43F2-826D-A5A55CA7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信息与行为
展示什么数据？点击、编辑、确认后发生什么？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63EE2737-4380-4801-B6E2-6DAB8077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状态与验收
加载、空、错、无权限怎么呈现？什么算成功？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57266F36-F3EA-4B38-B0CF-B08C01CF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B2CB6AC1-3492-47A9-82C8-C37D5DB2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BA613448-0B67-408C-8FBD-5262EDEA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5773855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8ACE32-6538-4132-AEC6-95F362A5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11A9318-C8CA-4089-968D-9D84BFA4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用三轮迭代，代替“一次生成一个完美页面”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10510C1-F0AF-4996-8B0C-1C9BA82E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84D15AA-7AD0-4E4E-8C7C-8B03E2B7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2A0B45-A985-47DC-B888-7143589C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7C96C7E-6A88-49CC-8B73-09AA37E1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 1 轮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F15E893-340D-49BA-B1C4-3589DE3A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 2 轮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99CBB6A-BC7E-4D01-B5DC-DD15AF0F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 3 轮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6239263-0273-4F68-8224-3D47056E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关键行为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筛选、编辑、提交、撤销。
补齐加载、空、错误状态。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A2032B9-5689-478E-B08E-5C84BF9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页面骨架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信息架构、层级、主任务。
先别讨论炫酷效果。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43C704C-3BD4-41CF-A8FD-B427CD20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交付质量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视觉、文案、手机端、可访问性、代码走查。</a:t>
            </a:r>
          </a:p>
        </p:txBody>
      </p:sp>
    </p:spTree>
    <p:extLst>
      <p:ext uri="{BB962C8B-B14F-4D97-AF65-F5344CB8AC3E}">
        <p14:creationId xmlns:p14="http://schemas.microsoft.com/office/powerpoint/2010/main" val="10211004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720890A-734A-4E67-9C67-73B07AC2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DA4C50A-F51E-4F43-BD3C-39736701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把提示词写成“任务 + 场景 + 约束 + 验收”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01BC7B8-F359-46AB-BD5A-26B6F41E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任务：页面与核心动作。
场景：用户、时刻、设备。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676A291-90E6-4558-9AF9-8FF4D839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任务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9D602E1C-9633-4C63-9A03-2CDC295B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EEF3E837-4847-462B-8E5D-22969D1D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示例
“主操作首屏可见；375px 宽不横向滚动；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接口失败时保留已填内容并可重试。”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AC027D6-C109-4052-AB9D-23606134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用户场景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441DDF1-7A81-455C-BEB3-6FA2A280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91480E0D-A294-49D8-8287-0E7C1AFE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内容与行为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1D160762-BDC7-4DD4-A0BD-1A463F49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43EC1908-A94E-4C2C-AC20-BDB0A9C6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设计约束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FED507FB-C766-40EF-9FBC-FEF1E545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EF0A9C4E-CD53-4038-A075-B5C26356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验收标准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E954B331-37F0-4B69-965C-B8A88BDD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4945333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ED56243-7D3F-4055-9DE1-B0C9047A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B631878-F104-4AA3-9EFA-0795E641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2F951E3-5F4C-430E-A44F-DB23DB65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9FE79B5-50C9-4D5F-A389-3E08C159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A0F4DF5-A124-45E2-9672-A4F0F0BE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产品的前端，关键在“可信、可控、可恢复”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A43D41A-DF7F-4017-9C96-3964CED4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能做什么、使用哪些数据、有哪些限制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2B30489-2001-4EC6-BC9E-8DC2CBEF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停止、重试、改写请求、查看证据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AD9818A-3635-408E-B9DA-5CCE1ECE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编辑、拒绝、确认、撤销与人工替代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990E0D5-B3D1-433E-9E02-9154892A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说清楚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BEF1655-5776-4ACC-A813-03F2827D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留给人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E89E8DD-35A3-437C-A77E-8748E478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给出路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E89DA5CF-0E67-4E7C-AD73-E4EA7462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五条原则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能力边界可见；不确定性可见；人能接管；过程可理解；失败有出路。</a:t>
            </a:r>
          </a:p>
        </p:txBody>
      </p:sp>
    </p:spTree>
    <p:extLst>
      <p:ext uri="{BB962C8B-B14F-4D97-AF65-F5344CB8AC3E}">
        <p14:creationId xmlns:p14="http://schemas.microsoft.com/office/powerpoint/2010/main" val="16145952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B6A467B-44F3-4AEA-B489-965E7758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5E3AF41-2E5D-43C6-920C-CA83C37E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别只画聊天框：至少覆盖这三段体验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A082416-F754-4227-94D0-CEEACA70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F9D5643-EF85-4987-8478-E1320422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B378A04-3FF7-4F7F-B5B5-C8DADEE0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713F138F-4643-4B53-8F0B-0260045F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A35C7E7A-4AA1-4920-9A6F-FEC4BB51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输入前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给真实示例、说明范围与数据来源，帮助用户形成正确预期。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CB12D79D-047E-4154-8B3B-AD771DD9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F98DBF34-E742-45E5-B620-2DA40D43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生成中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显示可理解的阶段；允许停止；不要伪装“思考过程”。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A12A9D59-E31E-447B-A3E9-CD682D47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A27AC890-8309-4C5D-AEF7-58586E83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结果后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结论可编辑、可核验；高风险操作确认；出错可恢复。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6B6462BD-40B4-41DE-931C-614F7A9C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过程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131F0F1E-8C49-4DBC-A74D-2824C75B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引导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C8981DF8-3E4A-489D-8FB6-7219FB27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结果</a:t>
            </a:r>
          </a:p>
        </p:txBody>
      </p:sp>
    </p:spTree>
    <p:extLst>
      <p:ext uri="{BB962C8B-B14F-4D97-AF65-F5344CB8AC3E}">
        <p14:creationId xmlns:p14="http://schemas.microsoft.com/office/powerpoint/2010/main" val="13964539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F3B7881-02DE-406F-BE7D-643FBA6C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E966885-AE6F-452A-AD61-9CE0966F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功能的最小界面组件：让用户不被“黑箱”困住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C8AEB55-DF75-46C4-8825-2750AFCE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输入引导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真实任务示例，而不是泛泛的“有什么可以帮你？”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C1C66E03-6065-44E0-B688-5022F751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结果与证据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结论、来源、时间、编辑、反馈、重试和版本记录。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12D887FF-E9CD-4269-895E-75CDC776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进度与停止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生成可能慢；告诉用户当前阶段，保留停止入口。</a:t>
            </a:r>
          </a:p>
        </p:txBody>
      </p:sp>
    </p:spTree>
    <p:extLst>
      <p:ext uri="{BB962C8B-B14F-4D97-AF65-F5344CB8AC3E}">
        <p14:creationId xmlns:p14="http://schemas.microsoft.com/office/powerpoint/2010/main" val="5518638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69A0D7-988C-482A-85DA-E04C9E9C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D7CEA05-1D1C-4106-8C48-B75DEC29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从模型输出到稳定 UI：前端必须守住三道门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16F3E70-4A02-4059-B514-E30DD64F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A2A1352-1AD7-4704-B3B6-008E0B89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887B210-F570-4547-B07D-04A7C23C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EEC6FF3-7ADE-4724-A55B-60055595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结构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FBC589D-2D21-4C77-97F2-E80E36CB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权限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C8A52F4-B0A2-4A4C-8594-08D19C2C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安全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217AD74-0EAF-4D76-A952-DA1C198E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服务端裁决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模型可以建议调用工具；真正的鉴权、写入、审计由服务端决定。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63A7F0B-5F40-422B-BE21-7E6C6BA1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固定契约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 JSON Schema / 结构化字段渲染卡片、表格和表单；不要切割随机文本。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77D6260-8234-4961-951E-B6501236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不可信输入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密钥不进浏览器；模型文本、外链、上传与工具返回都要校验。</a:t>
            </a:r>
          </a:p>
        </p:txBody>
      </p:sp>
    </p:spTree>
    <p:extLst>
      <p:ext uri="{BB962C8B-B14F-4D97-AF65-F5344CB8AC3E}">
        <p14:creationId xmlns:p14="http://schemas.microsoft.com/office/powerpoint/2010/main" val="12405743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0458906-822F-4C88-B6F6-9E069993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970F26E-C5F9-47AF-BD14-E7FEB530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课堂实战：销售异常分析助手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1A1F921-5830-4B53-882D-CD2D888F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45AB75F-7719-4705-8948-CCBE0173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F0EF07C-86AD-4EBE-AF0D-0E4EABAF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927AB909-80C1-40E6-ADCA-CFC25451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4D513C91-F6B2-4AF3-B993-FB2CC8E8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用户与任务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门店经理，站会前 3 分钟。
决定今天优先跟进哪一家门店。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EE8FA9B3-1363-4801-AA38-DFCE9983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342F0C21-3B7F-4A9B-9D5C-B15AB0C7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必须设计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正常结果、加载、失败、发送前确认。
支持查看证据和修正原因。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7BCA268C-BFC5-4B75-9068-D3099F09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7D6A73D4-90B4-4ADE-8C3C-0B80935A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小组交付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一张需求卡 + 一个低保真界面 + 一次生成提示词。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AD329FA1-57BC-48A2-8BE1-0657C5AB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状态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9DD68653-E769-4666-9219-81E891D2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场景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C4205843-94E7-423C-AAE5-F27BD975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产出</a:t>
            </a:r>
          </a:p>
        </p:txBody>
      </p:sp>
    </p:spTree>
    <p:extLst>
      <p:ext uri="{BB962C8B-B14F-4D97-AF65-F5344CB8AC3E}">
        <p14:creationId xmlns:p14="http://schemas.microsoft.com/office/powerpoint/2010/main" val="8276095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C538B6C-16F4-4024-AC5C-760AD436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用户知道下一步吗？
结论能纠正吗？
失败有出路吗？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25AC054-7DB6-42B8-A4A9-DB0EE09F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每次交付前，问自己三个问题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75C1816-60DF-45BA-9363-48A5D300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课堂收束</a:t>
            </a:r>
          </a:p>
        </p:txBody>
      </p:sp>
    </p:spTree>
    <p:extLst>
      <p:ext uri="{BB962C8B-B14F-4D97-AF65-F5344CB8AC3E}">
        <p14:creationId xmlns:p14="http://schemas.microsoft.com/office/powerpoint/2010/main" val="705799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2026-08-05T09:42:08.9390000Z</dcterms:created>
  <dcterms:modified xsi:type="dcterms:W3CDTF">2026-08-05T09:42:08.9390000Z</dcterms:modified>
</coreProperties>
</file>