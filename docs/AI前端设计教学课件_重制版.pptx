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4f7b81f6814c55" /><Relationship Type="http://schemas.openxmlformats.org/officeDocument/2006/relationships/extended-properties" Target="/docProps/app.xml" Id="Rc58f066162ab4138" /><Relationship Type="http://schemas.openxmlformats.org/officeDocument/2006/relationships/officeDocument" Target="/ppt/presentation.xml" Id="Raf43980db8d244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f2e5f682534dda"/>
  </p:sldMasterIdLst>
  <p:notesMasterIdLst>
    <p:notesMasterId xmlns:r="http://schemas.openxmlformats.org/officeDocument/2006/relationships" r:id="Rf195b8b69d5a4282"/>
  </p:notesMasterIdLst>
  <p:sldIdLst>
    <p:sldId xmlns:r="http://schemas.openxmlformats.org/officeDocument/2006/relationships" id="256" r:id="R12563857c1624724"/>
    <p:sldId xmlns:r="http://schemas.openxmlformats.org/officeDocument/2006/relationships" id="257" r:id="R1a9fd94afd504d17"/>
    <p:sldId xmlns:r="http://schemas.openxmlformats.org/officeDocument/2006/relationships" id="258" r:id="R39d00defdac94fe4"/>
    <p:sldId xmlns:r="http://schemas.openxmlformats.org/officeDocument/2006/relationships" id="259" r:id="R084b87b290114d4a"/>
    <p:sldId xmlns:r="http://schemas.openxmlformats.org/officeDocument/2006/relationships" id="260" r:id="R9514150ebc714088"/>
    <p:sldId xmlns:r="http://schemas.openxmlformats.org/officeDocument/2006/relationships" id="261" r:id="Rce87452fc7534aea"/>
    <p:sldId xmlns:r="http://schemas.openxmlformats.org/officeDocument/2006/relationships" id="262" r:id="R2279a1dc5bed4109"/>
    <p:sldId xmlns:r="http://schemas.openxmlformats.org/officeDocument/2006/relationships" id="263" r:id="R297a5142cbba4adb"/>
    <p:sldId xmlns:r="http://schemas.openxmlformats.org/officeDocument/2006/relationships" id="264" r:id="R1de7e3178c0a4391"/>
    <p:sldId xmlns:r="http://schemas.openxmlformats.org/officeDocument/2006/relationships" id="265" r:id="Raa664c04687d4c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d0044411a24bf8" /><Relationship Type="http://schemas.openxmlformats.org/officeDocument/2006/relationships/slideMaster" Target="/ppt/slideMasters/slideMaster1.xml" Id="Ra9f2e5f682534dda" /><Relationship Type="http://schemas.openxmlformats.org/officeDocument/2006/relationships/notesMaster" Target="/ppt/notesMasters/notesMaster1.xml" Id="Rf195b8b69d5a4282" /><Relationship Type="http://schemas.openxmlformats.org/officeDocument/2006/relationships/presProps" Target="/ppt/presProps.xml" Id="Ra8bf6ef6c56b446d" /><Relationship Type="http://schemas.openxmlformats.org/officeDocument/2006/relationships/tableStyles" Target="/ppt/tableStyles.xml" Id="R556147e9470b4917" /><Relationship Type="http://schemas.openxmlformats.org/officeDocument/2006/relationships/slide" Target="/ppt/slides/slide1.xml" Id="R12563857c1624724" /><Relationship Type="http://schemas.openxmlformats.org/officeDocument/2006/relationships/slide" Target="/ppt/slides/slide2.xml" Id="R1a9fd94afd504d17" /><Relationship Type="http://schemas.openxmlformats.org/officeDocument/2006/relationships/slide" Target="/ppt/slides/slide3.xml" Id="R39d00defdac94fe4" /><Relationship Type="http://schemas.openxmlformats.org/officeDocument/2006/relationships/slide" Target="/ppt/slides/slide4.xml" Id="R084b87b290114d4a" /><Relationship Type="http://schemas.openxmlformats.org/officeDocument/2006/relationships/slide" Target="/ppt/slides/slide5.xml" Id="R9514150ebc714088" /><Relationship Type="http://schemas.openxmlformats.org/officeDocument/2006/relationships/slide" Target="/ppt/slides/slide6.xml" Id="Rce87452fc7534aea" /><Relationship Type="http://schemas.openxmlformats.org/officeDocument/2006/relationships/slide" Target="/ppt/slides/slide7.xml" Id="R2279a1dc5bed4109" /><Relationship Type="http://schemas.openxmlformats.org/officeDocument/2006/relationships/slide" Target="/ppt/slides/slide8.xml" Id="R297a5142cbba4adb" /><Relationship Type="http://schemas.openxmlformats.org/officeDocument/2006/relationships/slide" Target="/ppt/slides/slide9.xml" Id="R1de7e3178c0a4391" /><Relationship Type="http://schemas.openxmlformats.org/officeDocument/2006/relationships/slide" Target="/ppt/slides/slide10.xml" Id="Raa664c04687d4c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b2173364e749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62f38a6e0745dc" /><Relationship Type="http://schemas.openxmlformats.org/officeDocument/2006/relationships/notesMaster" Target="/ppt/notesMasters/notesMaster1.xml" Id="Ra99cc48e84e741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12c23365814b52" /><Relationship Type="http://schemas.openxmlformats.org/officeDocument/2006/relationships/notesMaster" Target="/ppt/notesMasters/notesMaster1.xml" Id="R5a8974926d6e48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a9ce3146554022" /><Relationship Type="http://schemas.openxmlformats.org/officeDocument/2006/relationships/notesMaster" Target="/ppt/notesMasters/notesMaster1.xml" Id="R27231275d2ef4a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f9e357d55942e7" /><Relationship Type="http://schemas.openxmlformats.org/officeDocument/2006/relationships/notesMaster" Target="/ppt/notesMasters/notesMaster1.xml" Id="Rd3496fbb186d42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529ebfe0ef4bb8" /><Relationship Type="http://schemas.openxmlformats.org/officeDocument/2006/relationships/notesMaster" Target="/ppt/notesMasters/notesMaster1.xml" Id="R5c0ae280fe5f4d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c19cbc31d54887" /><Relationship Type="http://schemas.openxmlformats.org/officeDocument/2006/relationships/notesMaster" Target="/ppt/notesMasters/notesMaster1.xml" Id="R22e2c50f38954d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eef952d4734579" /><Relationship Type="http://schemas.openxmlformats.org/officeDocument/2006/relationships/notesMaster" Target="/ppt/notesMasters/notesMaster1.xml" Id="R50c450301e6e44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50e935da064f0d" /><Relationship Type="http://schemas.openxmlformats.org/officeDocument/2006/relationships/notesMaster" Target="/ppt/notesMasters/notesMaster1.xml" Id="R653282a4d60c4e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52d580169244a9" /><Relationship Type="http://schemas.openxmlformats.org/officeDocument/2006/relationships/notesMaster" Target="/ppt/notesMasters/notesMaster1.xml" Id="Rd0d6303a890244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4ed96dd14c466e" /><Relationship Type="http://schemas.openxmlformats.org/officeDocument/2006/relationships/notesMaster" Target="/ppt/notesMasters/notesMaster1.xml" Id="R9a04b026ed784d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PAIR: https://pair.withgoogle.com/guidebook-v2/</a:t>
            </a:r>
          </a:p>
          <a:p xmlns:a="http://schemas.openxmlformats.org/drawingml/2006/main">
            <a:r>
              <a:t>Figma Make: https://help.figma.com/hc/en-us/articles/31304485164695-Create-and-edit-a-functional-prototype-or-web-app</a:t>
            </a:r>
          </a:p>
          <a:p xmlns:a="http://schemas.openxmlformats.org/drawingml/2006/main">
            <a:r>
              <a:t>Vercel v0 prompting guide: https://vercel.com/blog/how-to-prompt-v0</a:t>
            </a:r>
          </a:p>
          <a:p xmlns:a="http://schemas.openxmlformats.org/drawingml/2006/main">
            <a:r>
              <a:t>Visual generated with OpenAI image generation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Figma Make: https://help.figma.com/hc/en-us/articles/31304485164695-Create-and-edit-a-functional-prototype-or-web-app</a:t>
            </a:r>
          </a:p>
          <a:p xmlns:a="http://schemas.openxmlformats.org/drawingml/2006/main">
            <a:r>
              <a:t>Vercel v0 prompting guide: https://vercel.com/blog/how-to-prompt-v0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Figma Make: https://help.figma.com/hc/en-us/articles/31304485164695-Create-and-edit-a-functional-prototype-or-web-app</a:t>
            </a:r>
          </a:p>
          <a:p xmlns:a="http://schemas.openxmlformats.org/drawingml/2006/main">
            <a:r>
              <a:t>Vercel v0 prompting guide: https://vercel.com/blog/how-to-prompt-v0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Figma Make: https://help.figma.com/hc/en-us/articles/31304485164695-Create-and-edit-a-functional-prototype-or-web-app</a:t>
            </a:r>
          </a:p>
          <a:p xmlns:a="http://schemas.openxmlformats.org/drawingml/2006/main">
            <a:r>
              <a:t>Vercel v0 prompting guide: https://vercel.com/blog/how-to-prompt-v0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Figma Make: https://help.figma.com/hc/en-us/articles/31304485164695-Create-and-edit-a-functional-prototype-or-web-app</a:t>
            </a:r>
          </a:p>
          <a:p xmlns:a="http://schemas.openxmlformats.org/drawingml/2006/main">
            <a:r>
              <a:t>Vercel v0 prompting guide: https://vercel.com/blog/how-to-prompt-v0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PAIR: https://pair.withgoogle.com/guidebook-v2/</a:t>
            </a:r>
          </a:p>
          <a:p xmlns:a="http://schemas.openxmlformats.org/drawingml/2006/main">
            <a:r>
              <a:t>Microsoft HAX: https://www.microsoft.com/en-us/haxtoolkit/ai-guidelines/</a:t>
            </a:r>
          </a:p>
          <a:p xmlns:a="http://schemas.openxmlformats.org/drawingml/2006/main">
            <a:r>
              <a:t>Visual generated with OpenAI image generation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PAIR: https://pair.withgoogle.com/guidebook-v2/</a:t>
            </a:r>
          </a:p>
          <a:p xmlns:a="http://schemas.openxmlformats.org/drawingml/2006/main">
            <a:r>
              <a:t>Microsoft HAX: https://www.microsoft.com/en-us/haxtoolkit/ai-guidelines/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OpenAI API Quickstart: https://platform.openai.com/docs/quickstart/make-your-first-api-request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PAIR: https://pair.withgoogle.com/guidebook-v2/</a:t>
            </a:r>
          </a:p>
          <a:p xmlns:a="http://schemas.openxmlformats.org/drawingml/2006/main">
            <a:r>
              <a:t>Microsoft HAX: https://www.microsoft.com/en-us/haxtoolkit/ai-guidelines/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PAIR: https://pair.withgoogle.com/guidebook-v2/</a:t>
            </a:r>
          </a:p>
          <a:p xmlns:a="http://schemas.openxmlformats.org/drawingml/2006/main">
            <a:r>
              <a:t>Microsoft HAX: https://www.microsoft.com/en-us/haxtoolkit/ai-guidelines/</a:t>
            </a:r>
          </a:p>
          <a:p xmlns:a="http://schemas.openxmlformats.org/drawingml/2006/main">
            <a:r>
              <a:t>Figma Make: https://help.figma.com/hc/en-us/articles/31304485164695-Create-and-edit-a-functional-prototype-or-web-app</a:t>
            </a:r>
          </a:p>
          <a:p xmlns:a="http://schemas.openxmlformats.org/drawingml/2006/main">
            <a:r>
              <a:t>Vercel v0 prompting guide: https://vercel.com/blog/how-to-prompt-v0</a:t>
            </a:r>
          </a:p>
          <a:p xmlns:a="http://schemas.openxmlformats.org/drawingml/2006/main">
            <a:r>
              <a:t>OpenAI API Quickstart: https://platform.openai.com/docs/quickstart/make-your-first-api-request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6dd288b2c40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9c3bd203b64509" /><Relationship Type="http://schemas.openxmlformats.org/officeDocument/2006/relationships/slideLayout" Target="/ppt/slideLayouts/slideLayout1.xml" Id="R06053afa17b14b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053afa17b14b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eaa25b3124fd9" /><Relationship Type="http://schemas.openxmlformats.org/officeDocument/2006/relationships/image" Target="/ppt/media/image.png" Id="R69d3e367090e4ebe" /><Relationship Type="http://schemas.openxmlformats.org/officeDocument/2006/relationships/notesSlide" Target="/ppt/notesSlides/notesSlide1.xml" Id="R2a1c6ffa42aa4b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5a33cecf142b5" /><Relationship Type="http://schemas.openxmlformats.org/officeDocument/2006/relationships/notesSlide" Target="/ppt/notesSlides/notesSlide2.xml" Id="Raf23c8f3ca4d4b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b47010cbd4f62" /><Relationship Type="http://schemas.openxmlformats.org/officeDocument/2006/relationships/notesSlide" Target="/ppt/notesSlides/notesSlide3.xml" Id="R79bc78df8ece4c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8179d51d044d7" /><Relationship Type="http://schemas.openxmlformats.org/officeDocument/2006/relationships/notesSlide" Target="/ppt/notesSlides/notesSlide4.xml" Id="R8b0d253a6a4741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b2756627d4904" /><Relationship Type="http://schemas.openxmlformats.org/officeDocument/2006/relationships/notesSlide" Target="/ppt/notesSlides/notesSlide5.xml" Id="R3c0687f592944a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93bb3578b461d" /><Relationship Type="http://schemas.openxmlformats.org/officeDocument/2006/relationships/image" Target="/ppt/media/image2.png" Id="R9428b26d8e744cb5" /><Relationship Type="http://schemas.openxmlformats.org/officeDocument/2006/relationships/notesSlide" Target="/ppt/notesSlides/notesSlide6.xml" Id="R58e086dbe5d248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23dda57ca4202" /><Relationship Type="http://schemas.openxmlformats.org/officeDocument/2006/relationships/notesSlide" Target="/ppt/notesSlides/notesSlide7.xml" Id="R355d3d5cc75444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233abc46b49b1" /><Relationship Type="http://schemas.openxmlformats.org/officeDocument/2006/relationships/notesSlide" Target="/ppt/notesSlides/notesSlide8.xml" Id="R1f76d7ecb2c94e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1d0fcc9b94dd8" /><Relationship Type="http://schemas.openxmlformats.org/officeDocument/2006/relationships/notesSlide" Target="/ppt/notesSlides/notesSlide9.xml" Id="R4bd14a873f0b48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c018fa6cb41a6" /><Relationship Type="http://schemas.openxmlformats.org/officeDocument/2006/relationships/notesSlide" Target="/ppt/notesSlides/notesSlide10.xml" Id="R5df5d029b20043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3e367090e4eb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2F490-0F4E-4F8A-BF25-051B3CD9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7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F6723-1A6A-4FE2-BFCF-BF0E1434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742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F92AA-9C48-43F2-960D-83BEA1F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明天就能讲的一堂课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B3245-2B5E-4FEA-895E-4F0CB2B3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AI 开发中的</a:t>
            </a:r>
          </a:p>
          <a:p xmlns:a="http://schemas.openxmlformats.org/drawingml/2006/main">
            <a:pPr algn="l">
              <a:defRPr sz="435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前端设计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7E19E-766A-4CEB-81A3-7BA44F5E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不是让 AI 替你画页面。</a:t>
            </a:r>
          </a:p>
          <a:p xmlns:a="http://schemas.openxmlformats.org/drawingml/2006/main">
            <a:pPr algn="l">
              <a:defRPr sz="18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而是用前端设计，把 AI 变成可交付的产品。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EA0E8-0563-4AED-810C-66ECAF0A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关键词 / 需求卡 · 交互状态 · 人类接管 · 结构化输出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2E4D7-1705-4358-89BB-53AD21C4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70C14-412B-4817-A213-2552BAFA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AI 前端设计课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A4212-7A0C-4A49-AC12-AC059FE2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3621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68157-3B7C-48A7-9E35-A8D08989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先给结论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5237F-5703-4864-A22A-B51CCE73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AI 把“画页面”变快了，</a:t>
            </a:r>
          </a:p>
          <a:p xmlns:a="http://schemas.openxmlformats.org/drawingml/2006/main">
            <a:pPr algn="l">
              <a:defRPr sz="39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却把“想清楚”变得更重要。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65348-320F-41B0-87DC-D4CA7F79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8F04E-A585-4334-9C50-3B8181B3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过去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3CB4E-3A3A-4873-8554-BF4D71EF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把页面画出来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80546-DBDA-4231-9348-3BD443F1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AB7FB-B322-40D1-AF1B-27196BDF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956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现在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4630B-83EE-49B4-98FC-0F9074B4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9570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把“用户、场景、约束、</a:t>
            </a:r>
          </a:p>
          <a:p xmlns:a="http://schemas.openxmlformats.org/drawingml/2006/main">
            <a:pPr algn="l">
              <a:defRPr sz="28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失败路径”设计进去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6F4EB-8516-463C-896E-B958642B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8394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7D7D9-97F9-451A-BFDB-526F815E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真正稀缺的能力：减少 AI 替你“瞎猜”的空间。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33222-073A-4C98-BD68-EC1F61D3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577E6-2EF8-4A27-A136-F9C5F15B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AI 前端设计课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B048D-29BB-4A28-AFF9-8D54C137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7948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FBBAF-4B5A-4A71-92F4-78D8D635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第一步：把一句需求改成设计规格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8A796-6CE8-46AE-BC16-0854C7E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“帮我做个数据看板”</a:t>
            </a:r>
          </a:p>
          <a:p xmlns:a="http://schemas.openxmlformats.org/drawingml/2006/main">
            <a:pPr algn="l">
              <a:defRPr sz="360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为什么通常会做砸？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A294E-343C-4135-882D-2DB20E5D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4476750" cy="266700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172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17060-574A-4D36-BAEA-767647BF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模糊输入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C8A9B-D70E-46EE-ACFB-594F1002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“做一个好看的</a:t>
            </a:r>
          </a:p>
          <a:p xmlns:a="http://schemas.openxmlformats.org/drawingml/2006/main">
            <a:pPr algn="l">
              <a:defRPr sz="24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销售数据看板。”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88DF3-61EE-4BED-9A90-C9C7FC59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它只能猜：谁在用？</a:t>
            </a:r>
          </a:p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看什么？什么时候用？</a:t>
            </a:r>
          </a:p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出错了怎么办？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80414-9AD6-47E8-BFED-5EB0133A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7187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A6F06-3358-4A35-A8F1-25D0F8B6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5143500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F2C5F-4D48-4F08-8F30-450A7188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146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可交付规格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2EFC6-ECDE-4053-8F3B-5C29EF5D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4476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门店经理</a:t>
            </a:r>
          </a:p>
          <a:p xmlns:a="http://schemas.openxmlformats.org/drawingml/2006/main">
            <a:pPr algn="l">
              <a:defRPr sz="23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在早晨站会前 3 分钟</a:t>
            </a:r>
          </a:p>
          <a:p xmlns:a="http://schemas.openxmlformats.org/drawingml/2006/main">
            <a:pPr algn="l">
              <a:defRPr sz="23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用手机定位异常。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BA735-82C5-4B49-A5C2-FE3D4F9A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必须：本周数据 / 主操作首屏 /</a:t>
            </a:r>
          </a:p>
          <a:p xmlns:a="http://schemas.openxmlformats.org/drawingml/2006/main">
            <a:pPr algn="l">
              <a:defRPr sz="1575" b="0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加载、空、错误状态 / 可重试。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43EB2-A355-4EFC-8012-1C1D25F8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AFA9D-B1DE-4573-BC42-2C17A112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AI 前端设计课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9F370-FAA9-40C1-8D0C-64FDD9EC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9370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203C0-0EE5-4BDC-9C95-A1766372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拿走就能用的模板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53E16-0321-4C2A-A014-09E1595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一张设计规格卡，</a:t>
            </a:r>
          </a:p>
          <a:p xmlns:a="http://schemas.openxmlformats.org/drawingml/2006/main">
            <a:pPr algn="l">
              <a:def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让 AI 的第一版就接近可用。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35ABC-663C-46E4-A1C9-BA988E6C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2238375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5466A-94FA-4F2D-97EE-848AF185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91D00-9DAC-4139-A0BD-15AC6E7D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用户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2D57D-CE2B-4D94-AE81-341C2BC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谁在什么时刻、</a:t>
            </a:r>
          </a:p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什么设备上使用？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1F9C1-D18C-4C4E-8068-C4D9BC01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62300"/>
            <a:ext cx="2238375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C95A7-E36B-4E26-8ABD-69E7AABC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04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E936C-4A62-4E2B-9C84-2C9F76CF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B18B4-54CA-4B0C-8D94-264A3774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用户要做哪个</a:t>
            </a:r>
          </a:p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关键决定？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71B0C-A96E-4290-A146-968FB1FC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62300"/>
            <a:ext cx="2238375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0329F-882D-4451-847A-42E149C4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004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DE75D-01DC-48CA-9968-484177AC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481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4EB40-5578-4E47-8BFD-CE0D001A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2912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加载、空、错、</a:t>
            </a:r>
          </a:p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无权限如何呈现？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C83A1-9B90-420C-A844-9DD2537B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62300"/>
            <a:ext cx="2238375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3EDD1-0DFB-4E3A-84E4-6E89DC46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38081-2EC0-4FDD-AD5D-81B3F15F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481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95D73-6C21-4655-B28A-4DE0794D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怎样算成功？</a:t>
            </a:r>
          </a:p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如何被测试？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D2040-2FFC-424B-A5C5-CD55477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讲课时让学生先填这 4 格，再碰任何生成工具。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61606-954A-4E92-898B-800B376E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6566A-B575-4F08-9AE9-C22438EA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AI 前端设计课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5B2F2-FCF5-4613-B769-43EF9470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93564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9A4E3-DBEF-48D6-B131-BE18413C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方法不是“一次生成”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49C47-F7D2-4E6C-A85C-F8B2929A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好页面，通常来自三轮对话。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56866-C0F4-4FDD-BB6A-4E7B91C1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00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6AA28-316E-4311-8A3F-7A203AAE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93A75-2455-4F86-968A-779750DB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A5AD0-CA8A-41F0-9F82-E69F86BA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先定骨架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4718F-DFC1-49EF-8117-1DD1F9C3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信息层级 / 主任务</a:t>
            </a:r>
          </a:p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不谈配色，不谈动画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A215A-099B-49E2-ACA1-D086311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194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4A97F-687E-4359-A628-CC3A0405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F7386-60B9-440C-BA24-DECEFA7A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00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再补行为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E9978-B3C0-40A5-A67D-676EFDA6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910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筛选、编辑、确认、撤销</a:t>
            </a:r>
          </a:p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补齐加载、空、错误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34C5F-F2A7-495E-BC2D-5A261EB2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39523-A1FD-405D-8C95-27A09AD6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66B64-AA46-4846-85B6-C64A8C7F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最后精修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0074A-B95A-40CA-AF26-53020C6C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移动端 / 文案 / 无障碍</a:t>
            </a:r>
          </a:p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代码与真实数据验证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F8B96-8BB4-4E73-866E-B319ADBC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一句话：先把“什么页面”说清楚，再让 AI 帮你把它做漂亮。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20F86-639F-4066-AE9C-3CCE2E6E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ADBB3-CB9F-44AD-9AB8-FE846B81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AI 前端设计课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51C9A-FC57-4BB3-8FB7-0574E419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88892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8b26d8e744c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1EDD2-1914-4816-AC5A-AD064AF2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7C87F-4E5D-40D4-9401-6124D759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第二条线：为 AI 做前端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46A2A-117A-4A4E-8907-C7D96065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438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AI 产品</a:t>
            </a:r>
          </a:p>
          <a:p xmlns:a="http://schemas.openxmlformats.org/drawingml/2006/main">
            <a:pPr algn="l">
              <a:defRPr sz="41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不能只画</a:t>
            </a:r>
          </a:p>
          <a:p xmlns:a="http://schemas.openxmlformats.org/drawingml/2006/main">
            <a:pPr algn="l">
              <a:defRPr sz="41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一个聊天框。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37B97-0383-4CAD-858A-8EA9B88C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5287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用户需要知道：</a:t>
            </a:r>
          </a:p>
          <a:p xmlns:a="http://schemas.openxmlformats.org/drawingml/2006/main">
            <a:pPr algn="l">
              <a:defRPr sz="18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它在做什么、凭什么这么说、</a:t>
            </a:r>
          </a:p>
          <a:p xmlns:a="http://schemas.openxmlformats.org/drawingml/2006/main">
            <a:pPr algn="l">
              <a:defRPr sz="18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我能不能改、失败后怎么办。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CA05E-928D-4AD7-8BBA-F210D576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30861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643BB-BA1B-444A-AA1E-142FD4E3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280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可信  ·  可控  ·  可恢复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0C690-7A07-43D0-9C70-D6CB1741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52E71-3421-458C-ADA5-E12A86A0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AI 前端设计课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B82D8-5B15-4B4C-83B3-89DAD07A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24914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B590EE-2B5E-4819-BCD4-8890C10B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AI 的体验不是一个静态页面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6C5EA-8ED8-48D3-A815-858FFC51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把状态设计出来，</a:t>
            </a:r>
          </a:p>
          <a:p xmlns:a="http://schemas.openxmlformats.org/drawingml/2006/main">
            <a:pPr algn="l">
              <a:def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用户才不会被黑箱困住。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B84FF-29C5-4EC9-8C94-69E4EF14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2343150" cy="20193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18523-4976-49E2-B547-9749CC80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18CB5-3D15-4BC0-A456-94F8DC29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输入前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5E98E-F1E2-4A7F-B8B6-5946FFCB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给真实示例</a:t>
            </a:r>
          </a:p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说明数据范围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B2154-DDE7-4B76-8C99-67FDA654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24200"/>
            <a:ext cx="2343150" cy="20193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C275E-C8A1-409B-A1C8-6513299D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9920A-D401-41A8-A9FC-15FCC2FA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100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生成中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9A701-2478-4238-AB1C-8E884648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719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说清当前阶段</a:t>
            </a:r>
          </a:p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允许停止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43AC2-5805-47B6-872A-392EF5B5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24200"/>
            <a:ext cx="2343150" cy="20193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7C764-7163-4159-A619-5872A773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E22FE-0F9C-4718-B9DD-A633AC51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结果后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340B4-981F-4336-8852-C5A81F81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719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可编辑、可核验</a:t>
            </a:r>
          </a:p>
          <a:p xmlns:a="http://schemas.openxmlformats.org/drawingml/2006/main">
            <a:pPr algn="l">
              <a:def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高风险须确认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906DB-0257-413C-A1F6-BA8774B7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24200"/>
            <a:ext cx="2343150" cy="20193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1A22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3EF66-4601-42E9-9717-3FEC84E2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9EA2A-08C2-4676-B08A-26F97815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00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失败时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81220-A81B-4FF6-B196-984DF084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719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保留输入</a:t>
            </a:r>
          </a:p>
          <a:p xmlns:a="http://schemas.openxmlformats.org/drawingml/2006/main">
            <a:pPr algn="l">
              <a:defRPr sz="1500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重试 / 改写 / 转人工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84E49-0B36-4BD7-94FA-B9684160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演示提问：如果 AI 等了 20 秒、答错、或要帮用户“执行操作”，你们的界面分别如何反应？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06586-A1C1-4DE1-A50E-B952A97E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5C342-367E-4ED4-97F2-38E385A8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AI 前端设计课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F19C8-B32A-40B5-8C7C-90E499DE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38894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CBE7D-5916-4F73-82C3-DD998393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前端实现：三道护栏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44D41-98C7-4539-B95A-0302B526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810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模型负责“建议”，</a:t>
            </a:r>
          </a:p>
          <a:p xmlns:a="http://schemas.openxmlformats.org/drawingml/2006/main">
            <a:pPr algn="l">
              <a:defRPr sz="36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你的系统负责“决定”。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63D10-1AFE-48AC-A587-09DAB248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ECE38-4FDD-479D-BE38-2DCE60AB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8DEF2-3B8C-462D-A010-3E2A3938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957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9C7F1-541F-422E-92C7-023E394B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固定 JSON Schema</a:t>
            </a:r>
          </a:p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把输出渲染成卡片、表格、表单。</a:t>
            </a:r>
          </a:p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不要切割随机文本。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1F3B0-7250-462B-BEC2-0F6C0671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623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B1434-EC30-4C3D-A39F-AD9426D1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29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50C33-B3EA-4418-8640-8B5ED844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957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050FA-A38F-4456-809A-4F96950C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3390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模型可以建议调用工具。</a:t>
            </a:r>
          </a:p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鉴权、写入、审计</a:t>
            </a:r>
          </a:p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必须由服务端裁决。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3AF99-81C4-49F9-B633-D16BB602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F832A-3B7D-47DB-9C2C-28D909EF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CAEBC-8D67-4068-8204-78E813D6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957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安全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871C3-0D3B-4469-89CA-4CE811CF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3390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密钥不进浏览器。</a:t>
            </a:r>
          </a:p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模型文本、外链、上传和</a:t>
            </a:r>
          </a:p>
          <a:p xmlns:a="http://schemas.openxmlformats.org/drawingml/2006/main">
            <a:pPr algn="l">
              <a:def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工具返回都视为不可信输入。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0378D-008F-4CEB-A3F0-A6DB442D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84DBD-313E-420A-AC99-28F70C2D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AI 前端设计课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13F81-E352-4B17-9CB9-1F7D5947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88991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D303D-08E5-46D0-A1DC-F95FC84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课堂实战：10 分钟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C6562-453F-4E1F-892B-119F7437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62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让学生做一件小事：</a:t>
            </a:r>
          </a:p>
          <a:p xmlns:a="http://schemas.openxmlformats.org/drawingml/2006/main">
            <a:pPr algn="l">
              <a:def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销售异常分析助手。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EA2ED-FA75-4BA9-A53D-09E2205C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4362450" cy="264795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080D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100DA-491B-499A-9866-D7F86F0A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给定场景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0AA39-EB7E-4CE7-972F-FDBBC2F8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门店经理</a:t>
            </a:r>
          </a:p>
          <a:p xmlns:a="http://schemas.openxmlformats.org/drawingml/2006/main">
            <a:pPr algn="l">
              <a:defRPr sz="240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站会前 3 分钟</a:t>
            </a:r>
          </a:p>
          <a:p xmlns:a="http://schemas.openxmlformats.org/drawingml/2006/main">
            <a:pPr algn="l">
              <a:defRPr sz="240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决定今天先跟进谁。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BF022-A076-4271-B754-2FC6B9B2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AI 可能：没有结果 / 低置信度 / 数据延迟。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8AB82-9D15-4F1A-8C65-4F348342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76575"/>
            <a:ext cx="58293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714A6-29DB-4260-8AD9-60B69B0C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38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1C0A7-2864-4468-840B-FEB417A0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需求卡：用户、任务、状态、验收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45362-D369-4331-AB5D-3AAA6CD7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38575"/>
            <a:ext cx="58293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41956-BD5A-40D3-88EA-71726178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00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7940E-1A62-4A19-9108-428253B7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低保真：正常 / 加载 / 失败 / 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99B9F-D4A4-40BC-8CF5-96639074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575"/>
            <a:ext cx="58293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9EA24-66F6-4533-9EE0-B64C3DEC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62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D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47796-64BE-4A48-AC61-C351E55C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434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提示词：任务 + 场景 + 约束 + 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70F5A-0555-4E5A-A4B8-91FFF8CF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B27F1-F682-4944-9FFE-A698D91B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AI 前端设计课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2CC9E-D901-4787-916C-269BE338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8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34704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6F36C-DDEE-41AB-A981-C164280C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5ED79-475F-4DB5-BBB2-45401B38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B870D-F4E9-4935-9994-E6714BE3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AI 前端设计的</a:t>
            </a:r>
          </a:p>
          <a:p xmlns:a="http://schemas.openxmlformats.org/drawingml/2006/main">
            <a:pPr algn="l">
              <a:defRPr sz="39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最后三问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E77D6-96B5-4F57-913A-1CBF8C02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430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F6428-DADB-4CD4-8F29-A543F4F5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6685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用户知道下一步做什么吗？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95661-2C5E-4768-A4F3-2D5B083F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2887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1184A-E45B-4B3F-A733-2AAB28CE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20C7E-589C-4D57-8A42-6098F9A4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AI 的结论能被核验、纠正吗？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A8FD7-0A55-44FF-95F3-A0530DFD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2907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2C050-B760-4C83-91B9-60148FDD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5590C-8BE4-4F04-AFD2-D71E4620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AI 慢了、错了、越权时，用户有出路吗？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6AA36-C50C-48ED-968E-AB16C130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能回答这三问，AI 才是产品能力，而不只是一个会说话的接口。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FE51B-BADD-48F8-B7C2-2BCC5605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B4D4F-F2C7-48F9-A5DF-813492A1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AI 前端设计课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72CDC-3F99-4105-B31D-0ACE89D8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6D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02090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2026-08-05T09:54:21.5020000Z</dcterms:created>
  <dcterms:modified xsi:type="dcterms:W3CDTF">2026-08-05T09:54:21.5020000Z</dcterms:modified>
</coreProperties>
</file>